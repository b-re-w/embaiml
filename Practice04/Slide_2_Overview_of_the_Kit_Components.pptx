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66" r:id="rId4"/>
    <p:sldId id="264" r:id="rId5"/>
    <p:sldId id="267" r:id="rId6"/>
    <p:sldId id="257" r:id="rId7"/>
    <p:sldId id="262" r:id="rId8"/>
    <p:sldId id="259" r:id="rId9"/>
    <p:sldId id="260" r:id="rId10"/>
    <p:sldId id="263" r:id="rId11"/>
    <p:sldId id="261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207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386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094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289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414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4767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3662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65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177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32569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1595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987A3C7-ED30-4C5B-8DF6-76C88B619B77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641D315-2D90-4D4F-ACA5-6F5AD16048C7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65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228E-0323-2425-3456-76ECEF4151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 Overview of the Components in the Kit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194CA-71EF-583A-9950-08B196FA0C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Specification summary of the kit components to be used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2336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FB62-1AC4-C866-4BC5-331FDCC2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Component List Overview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8E102-66F5-ADF6-5041-2B68A4075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kit includes the following major components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 err="1"/>
              <a:t>Vilros</a:t>
            </a:r>
            <a:r>
              <a:rPr lang="en-SG" sz="2400" dirty="0"/>
              <a:t> RPI Zero 2 W Kit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/>
              <a:t>M5Stack Core 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/>
              <a:t>ArduCam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/>
              <a:t>AHT20, GY521 (MPU 6050), INMP441, VL53L0X, BMI 160, APDS-9960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/>
              <a:t>64GB and 32GB MicroSD Cards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/>
              <a:t>Jumper wires and prototyping board</a:t>
            </a:r>
          </a:p>
        </p:txBody>
      </p:sp>
    </p:spTree>
    <p:extLst>
      <p:ext uri="{BB962C8B-B14F-4D97-AF65-F5344CB8AC3E}">
        <p14:creationId xmlns:p14="http://schemas.microsoft.com/office/powerpoint/2010/main" val="324208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E95B9-3DF1-1D03-8EEF-D62ACB683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Raspberry Pi Zero 2 W Kit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24FA0-565B-809E-4FAA-0F66A70DE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11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Raspberry Pi Zero 2 W with power supply, case and some other components.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A194DF-7E72-DDCC-41B0-130DFA038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311" y="2379305"/>
            <a:ext cx="3313921" cy="3313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ED74E2-8AD5-B193-A6E4-C70AE7CE0A84}"/>
              </a:ext>
            </a:extLst>
          </p:cNvPr>
          <p:cNvSpPr txBox="1"/>
          <p:nvPr/>
        </p:nvSpPr>
        <p:spPr>
          <a:xfrm>
            <a:off x="4396469" y="5751444"/>
            <a:ext cx="2299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</a:t>
            </a:r>
            <a:r>
              <a:rPr lang="en-US" sz="1200" dirty="0" err="1"/>
              <a:t>Velros</a:t>
            </a:r>
            <a:r>
              <a:rPr lang="en-US" sz="1200" dirty="0"/>
              <a:t> RPi Zero 2 W starter kit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106731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36694-B2B5-1C01-F52F-1134B580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M5Stack Core 2</a:t>
            </a:r>
            <a:endParaRPr lang="en-SG" sz="36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FF82C4-62A5-F08E-F775-87ACBDBE9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9187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An ESP32 based development board with various integrated sensors, microphone, speaker and display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Wi-Fi and BLE connectivity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466988-0661-87BD-972D-93D917FF6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272" y="2685660"/>
            <a:ext cx="2798061" cy="27980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7E9EB8-1300-2F03-CE12-FBFE6B193DAB}"/>
              </a:ext>
            </a:extLst>
          </p:cNvPr>
          <p:cNvSpPr txBox="1"/>
          <p:nvPr/>
        </p:nvSpPr>
        <p:spPr>
          <a:xfrm>
            <a:off x="5498418" y="5555548"/>
            <a:ext cx="1419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M5Stack Core 2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28208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662F3-22AF-7915-94E3-65F90322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ArduCam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E645C-8347-D42E-6A11-A416761D1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5MP OV5647 Camera module for Raspberry Pi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800A77-5C4C-95F1-C8D6-4FBA08CC2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558" y="2849085"/>
            <a:ext cx="2968691" cy="2968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A599B7-C777-E7B6-4259-787B0EE2D34F}"/>
              </a:ext>
            </a:extLst>
          </p:cNvPr>
          <p:cNvSpPr txBox="1"/>
          <p:nvPr/>
        </p:nvSpPr>
        <p:spPr>
          <a:xfrm>
            <a:off x="4512957" y="5094515"/>
            <a:ext cx="1019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ArduCam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113776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E2C35-0DB8-C302-C9E1-4AAEAFDB3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AHT20 (Temperature &amp; Humidity Sensor)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172D7-204F-A385-B3FC-11EFA31CF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Digital temperature and humidity sensor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Communication Interface: I2C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Power Supply: 2.3V to 5V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Accuracy: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Temperature: ±0.3°C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Humidity: ±3% RH</a:t>
            </a:r>
          </a:p>
          <a:p>
            <a:pPr lvl="1"/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E1F7E-A710-9F3E-AC39-1AEB72374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808168" y="2433734"/>
            <a:ext cx="2558142" cy="2558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122170-6884-F87B-8216-A124108D70A1}"/>
              </a:ext>
            </a:extLst>
          </p:cNvPr>
          <p:cNvSpPr txBox="1"/>
          <p:nvPr/>
        </p:nvSpPr>
        <p:spPr>
          <a:xfrm>
            <a:off x="8528179" y="4991876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AHT20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235116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BCDEC-9EEC-83F6-F76F-3A23D49B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MPU6050 (</a:t>
            </a:r>
            <a:r>
              <a:rPr lang="en-US" sz="3600" b="1" dirty="0"/>
              <a:t>3-axis accelerometer and 3-axis gyroscope)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4428E-EA0B-C62C-776E-56EB6ADD5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6-axis motion sensor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Sensor Range: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Accelerometer: ±2g, ±4g, ±8g, ±16g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Gyroscope: ±125°/s, ±250°/s, ±500°/s, ±1000°/s, ±2000°/s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Communication Interface: I2C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Operating Voltage: 2.375V to 3.46V</a:t>
            </a:r>
          </a:p>
          <a:p>
            <a:pPr marL="0" indent="0">
              <a:buNone/>
            </a:pPr>
            <a:endParaRPr lang="en-US" sz="2400" dirty="0"/>
          </a:p>
          <a:p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BDDBF-040B-CC22-3952-5A15D8FFC4C5}"/>
              </a:ext>
            </a:extLst>
          </p:cNvPr>
          <p:cNvSpPr txBox="1"/>
          <p:nvPr/>
        </p:nvSpPr>
        <p:spPr>
          <a:xfrm>
            <a:off x="9787811" y="4666578"/>
            <a:ext cx="963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BMI 160</a:t>
            </a:r>
            <a:endParaRPr lang="en-SG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0413D6-3B53-931B-1673-CB3C53950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839" y="2447479"/>
            <a:ext cx="1718841" cy="22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167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CB6E5-7C76-5FB0-34FE-79D9742D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INMP441 (MEMS Microphone)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AF8B-845F-6417-B957-66E998F05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Omni directional digital microphone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High signal-to-noise ratio (SNR) : &gt; 65 dB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Communication Interface: I2S (Inter-IC Sound)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Power Supply: 1.8V to 3.6V</a:t>
            </a:r>
          </a:p>
          <a:p>
            <a:pPr>
              <a:buFont typeface="Wingdings" panose="05000000000000000000" pitchFamily="2" charset="2"/>
              <a:buChar char="§"/>
            </a:pPr>
            <a:endParaRPr lang="en-S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DA978-596A-6BB9-17CF-DB1F3D7C9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100" y="2524388"/>
            <a:ext cx="2454419" cy="22300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F6EC77-7A51-2ACF-6944-0C3A0DDBAA38}"/>
              </a:ext>
            </a:extLst>
          </p:cNvPr>
          <p:cNvSpPr txBox="1"/>
          <p:nvPr/>
        </p:nvSpPr>
        <p:spPr>
          <a:xfrm>
            <a:off x="8742783" y="4754403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INMP441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3516150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6A28-5A07-A02F-0EDD-8C3D7CE00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VL53L0X (Time-of-Flight Distance Sensor)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64F10-F27A-99E8-EAC1-2A07E9624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Accurate distance measurement using laser light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Communication Interface: I2C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Power Supply: 2.6V to 3.5V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Measurement Range: 30 mm to 2 meters </a:t>
            </a:r>
            <a:endParaRPr lang="en-SG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5B1CDA-011B-0A53-7D34-B04054AD9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355" y="2465303"/>
            <a:ext cx="2477898" cy="24778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BA707E-F498-8615-0952-60E54CDAF5D0}"/>
              </a:ext>
            </a:extLst>
          </p:cNvPr>
          <p:cNvSpPr txBox="1"/>
          <p:nvPr/>
        </p:nvSpPr>
        <p:spPr>
          <a:xfrm>
            <a:off x="8826759" y="4893885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VL53L0X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260138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9C6A-8F3F-842B-EBA7-472CE67B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BMI160 (</a:t>
            </a:r>
            <a:r>
              <a:rPr lang="en-US" sz="3600" b="1" dirty="0"/>
              <a:t>3-axis accelerometer and 3-axis gyroscope)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F89B9-98B3-C3E8-6417-C541565B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6-axis motion sensor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Sensor Range: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Accelerometer: ±2g, ±4g, ±8g, ±16g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Gyroscope: ±125°/s, ±250°/s, ±500°/s, ±1000°/s, ±2000°/s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Communication Interface: I2C and SPI interface options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Operating Voltage: 1.8V to 3.6V</a:t>
            </a:r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F0BF8F-980E-D468-8EC6-FF2772CFB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85767" y="2775035"/>
            <a:ext cx="2922207" cy="16956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027ED7-744A-3C0A-7B2A-560801C7DB5D}"/>
              </a:ext>
            </a:extLst>
          </p:cNvPr>
          <p:cNvSpPr txBox="1"/>
          <p:nvPr/>
        </p:nvSpPr>
        <p:spPr>
          <a:xfrm>
            <a:off x="9648475" y="4696220"/>
            <a:ext cx="1446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Fig: BMI 160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1213599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39A7-DB90-BCCE-90DD-D57EF7450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APDS-9960 (Ambient Light, Proximity, RGB, and Gesture Sensor)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D3722-9AD6-0E61-1DE1-236058D18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Multi-function sensor (light, proximity, RGB, gesture)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Integrated ambient light, proximity, and gesture detection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Provides data for color, light intensity, and gestures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Communication Interface: I2C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Power Supply: 2.4V to 3.6V</a:t>
            </a:r>
          </a:p>
          <a:p>
            <a:pPr>
              <a:buFont typeface="Wingdings" panose="05000000000000000000" pitchFamily="2" charset="2"/>
              <a:buChar char="§"/>
            </a:pPr>
            <a:endParaRPr lang="en-SG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E5B65-5190-17FD-6C11-7389B0F1A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130" y="2281216"/>
            <a:ext cx="2110923" cy="2743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4CA057-B691-56FF-EC64-32C1CCC9B15B}"/>
              </a:ext>
            </a:extLst>
          </p:cNvPr>
          <p:cNvSpPr txBox="1"/>
          <p:nvPr/>
        </p:nvSpPr>
        <p:spPr>
          <a:xfrm>
            <a:off x="9144000" y="4994528"/>
            <a:ext cx="11352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APDS-9960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896171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6B277-70F6-AD8E-1035-9D11ABCC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Jumper Wires and Micro SD Cards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E9A5C-BD9B-BD6C-5C1C-B1796EEA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Male to Male jumpers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Male to Female jumpers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Female to Female jumpers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A 64GB SD card to be used with RPI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32GB SD card to be used with M5Stack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00401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B348-BD73-03A9-B016-23AF66088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Thank You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DA85C-D346-1145-4F08-EC8D17599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222" y="2452224"/>
            <a:ext cx="10058400" cy="114939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Any Questions?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15398185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</TotalTime>
  <Words>478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Wingdings</vt:lpstr>
      <vt:lpstr>Retrospect</vt:lpstr>
      <vt:lpstr>An Overview of the Components in the Kit</vt:lpstr>
      <vt:lpstr>Component List Overview</vt:lpstr>
      <vt:lpstr>Raspberry Pi Zero 2 W Kit</vt:lpstr>
      <vt:lpstr>M5Stack Core 2</vt:lpstr>
      <vt:lpstr>ArduCam</vt:lpstr>
      <vt:lpstr>AHT20 (Temperature &amp; Humidity Sensor)</vt:lpstr>
      <vt:lpstr>MPU6050 (3-axis accelerometer and 3-axis gyroscope)</vt:lpstr>
      <vt:lpstr>INMP441 (MEMS Microphone)</vt:lpstr>
      <vt:lpstr>VL53L0X (Time-of-Flight Distance Sensor)</vt:lpstr>
      <vt:lpstr>BMI160 (3-axis accelerometer and 3-axis gyroscope)</vt:lpstr>
      <vt:lpstr>APDS-9960 (Ambient Light, Proximity, RGB, and Gesture Sensor)</vt:lpstr>
      <vt:lpstr>Jumper Wires and Micro SD Cards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shariful islam sojib</dc:creator>
  <cp:lastModifiedBy>shariful islam sojib</cp:lastModifiedBy>
  <cp:revision>25</cp:revision>
  <dcterms:created xsi:type="dcterms:W3CDTF">2026-01-06T05:12:45Z</dcterms:created>
  <dcterms:modified xsi:type="dcterms:W3CDTF">2026-01-06T06:32:28Z</dcterms:modified>
</cp:coreProperties>
</file>