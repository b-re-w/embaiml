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30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778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49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7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87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292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850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158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558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36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1068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F6428F-B4A8-4991-9C86-2F6A41282442}" type="datetimeFigureOut">
              <a:rPr lang="en-SG" smtClean="0"/>
              <a:t>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17FFDD-2AD3-4860-ADE8-2BDD5029A97C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13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C292-CDC4-787F-DDFF-6257B0507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Single Board Computer (SBC)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CF618-848B-1016-B450-281328330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overview of Raspberry Pi zero 2w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6439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C2A00-FD1D-8740-FFDE-39392DD9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Overview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402AD-E577-0A90-5DA7-72C02334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Introduction to SBC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Overview of Raspberry Pi Zero 2 W and its benefits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Getting started with RPi Zero 2 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Programming and development with RPi Zero 2W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1412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89FF-2103-2CF5-1521-98E47D7C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a Single Board Computer (SBC)?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743B-AB2F-49EB-98B9-412B4BB8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complete computer built on a single circuit board.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Processor, memory, storage, and input/output options, all in one compact package.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Affordable compared to traditional PCs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Can be used for a variety of projects, from education to industrial 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Low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139990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2FA3-954A-5751-221C-312E2AF8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Popular SBCs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152A-3353-4B56-31CB-6280F54CD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497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Raspberry 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Orange 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/>
              <a:t>BeagleBone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41185-43B1-C8BC-BB6C-E9D8D1318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3665374"/>
            <a:ext cx="2853223" cy="1809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B065D-18A0-47AA-5800-0A6D69932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530" y="3295907"/>
            <a:ext cx="3009900" cy="242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BE4FE-3BF7-869B-86FB-1B3FBD46D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593" y="3769763"/>
            <a:ext cx="2357923" cy="18133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5099A1-A477-4F39-17EB-6958E48D0927}"/>
              </a:ext>
            </a:extLst>
          </p:cNvPr>
          <p:cNvSpPr txBox="1"/>
          <p:nvPr/>
        </p:nvSpPr>
        <p:spPr>
          <a:xfrm>
            <a:off x="1638430" y="5583108"/>
            <a:ext cx="1220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Raspberry Pi</a:t>
            </a:r>
            <a:endParaRPr lang="en-SG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64D07-8E4C-7C98-0F05-162FB4B98910}"/>
              </a:ext>
            </a:extLst>
          </p:cNvPr>
          <p:cNvSpPr txBox="1"/>
          <p:nvPr/>
        </p:nvSpPr>
        <p:spPr>
          <a:xfrm>
            <a:off x="5351836" y="5583107"/>
            <a:ext cx="1044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Orange Pi</a:t>
            </a:r>
            <a:endParaRPr lang="en-SG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569B5B-42E0-6C6A-9F68-2E8684C48A7B}"/>
              </a:ext>
            </a:extLst>
          </p:cNvPr>
          <p:cNvSpPr txBox="1"/>
          <p:nvPr/>
        </p:nvSpPr>
        <p:spPr>
          <a:xfrm>
            <a:off x="8582733" y="5612317"/>
            <a:ext cx="1541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</a:t>
            </a:r>
            <a:r>
              <a:rPr lang="en-US" sz="1200" dirty="0" err="1"/>
              <a:t>BegaleBone</a:t>
            </a:r>
            <a:r>
              <a:rPr lang="en-US" sz="1200" dirty="0"/>
              <a:t> Black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404192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16A7-B018-5B8D-0D90-58001C25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Raspberry Pi Zero 2W: An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F197-633A-8B1A-637C-6556E6151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small, low-cost, and powerful version of the Raspberry 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Ideal for embedded AI projects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Quad-core ARM Cortex-A53 (1 GHz), 512 MB LPDDR2, </a:t>
            </a:r>
            <a:r>
              <a:rPr lang="pt-BR" sz="2400" dirty="0"/>
              <a:t>Wi-Fi (802.11 b/g/n), Bluetooth 4.2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Mini HDMI for display and microSD card for OS and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40 GPIO pins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Requires 5V power supply via Micro-USB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/>
              <a:t>Smaller than a credit card (65mm x 30mm)</a:t>
            </a:r>
          </a:p>
          <a:p>
            <a:pPr>
              <a:buFont typeface="Wingdings" panose="05000000000000000000" pitchFamily="2" charset="2"/>
              <a:buChar char="§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146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C9AF-962F-EE33-CB4C-DE24440E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dirty="0"/>
              <a:t>Why Raspberry Pi Zero 2W?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6CE00-6581-D3B2-A8D5-85555A8E2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Very affordable (~$15) and low power consumption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Small enough for portable or embedded 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Good online community support for troubleshooting, tutorials, and projects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Ideal for learning programming, electronics and prototyping</a:t>
            </a:r>
          </a:p>
          <a:p>
            <a:pPr marL="0" indent="0">
              <a:buNone/>
            </a:pP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124B0-128E-A0E2-3AD4-AE2C95824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75" y="3792099"/>
            <a:ext cx="2545704" cy="25457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F0FC8B-D737-A880-48ED-448B00688BF8}"/>
              </a:ext>
            </a:extLst>
          </p:cNvPr>
          <p:cNvSpPr txBox="1"/>
          <p:nvPr/>
        </p:nvSpPr>
        <p:spPr>
          <a:xfrm>
            <a:off x="5523722" y="5964949"/>
            <a:ext cx="1820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Fig: Raspberry Pi Zero 2 W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27519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A8BA-4E70-BED5-58A3-51850451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Getting Started with RPi Zero 2W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70241-5D81-2CD7-9994-84FC5A7BD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19875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Download Raspberry Pi OS from the official website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Flash the OS onto the microSD card using tools like Etcher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Insert the microSD card into the Raspberry Pi Zero 2W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Power up and follow on-screen instructions to complete the setup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98299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61F6-B40B-C2B3-5F76-A72A1E4C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Programming and Development on RPi Zero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9A67-F618-2A91-ABFD-10EC7674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Python </a:t>
            </a:r>
            <a:r>
              <a:rPr lang="en-US" sz="2400"/>
              <a:t>is most </a:t>
            </a:r>
            <a:r>
              <a:rPr lang="en-US" sz="2400" dirty="0"/>
              <a:t>common for embedded ML projects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C/C++ can be used or more complex projects with hardware control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Linux-based OS  (Raspberry Pi OS) designed specifically for the Raspberry 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Can be run in GUI or headless mode (without a monitor)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GPIO libraries  for interfacing with external sensors, LEDs, motors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SG" sz="2400" dirty="0" err="1"/>
              <a:t>PiCamera</a:t>
            </a:r>
            <a:r>
              <a:rPr lang="en-SG" sz="2400" dirty="0"/>
              <a:t> for camera-based projects</a:t>
            </a:r>
          </a:p>
        </p:txBody>
      </p:sp>
    </p:spTree>
    <p:extLst>
      <p:ext uri="{BB962C8B-B14F-4D97-AF65-F5344CB8AC3E}">
        <p14:creationId xmlns:p14="http://schemas.microsoft.com/office/powerpoint/2010/main" val="174790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17E8-8111-4B5F-01D6-105DB19D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Thank You</a:t>
            </a:r>
            <a:endParaRPr lang="en-SG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36CA-5832-C6E8-A425-4CDEDA96E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876" y="2293327"/>
            <a:ext cx="10058400" cy="282731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Any Questions?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8326339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367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Introduction to Single Board Computer (SBC)</vt:lpstr>
      <vt:lpstr>Overview</vt:lpstr>
      <vt:lpstr>What is a Single Board Computer (SBC)?</vt:lpstr>
      <vt:lpstr>Popular SBCs</vt:lpstr>
      <vt:lpstr>Raspberry Pi Zero 2W: An Introduction</vt:lpstr>
      <vt:lpstr>Why Raspberry Pi Zero 2W?</vt:lpstr>
      <vt:lpstr>Getting Started with RPi Zero 2W</vt:lpstr>
      <vt:lpstr>Programming and Development on RPi Zero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shariful islam sojib</dc:creator>
  <cp:lastModifiedBy>shariful islam sojib</cp:lastModifiedBy>
  <cp:revision>15</cp:revision>
  <dcterms:created xsi:type="dcterms:W3CDTF">2026-01-06T00:47:38Z</dcterms:created>
  <dcterms:modified xsi:type="dcterms:W3CDTF">2026-01-06T02:57:31Z</dcterms:modified>
</cp:coreProperties>
</file>